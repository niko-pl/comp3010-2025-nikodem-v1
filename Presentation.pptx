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67F8048-C55E-4E2C-BDBF-6CA88E7117C0}" type="doc">
      <dgm:prSet loTypeId="urn:microsoft.com/office/officeart/2005/8/layout/hList1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B3325FCB-F8AB-4059-A145-0E05BDF12E4D}">
      <dgm:prSet/>
      <dgm:spPr/>
      <dgm:t>
        <a:bodyPr/>
        <a:lstStyle/>
        <a:p>
          <a:r>
            <a:rPr lang="en-GB" dirty="0"/>
            <a:t>User </a:t>
          </a:r>
          <a:endParaRPr lang="en-US" dirty="0"/>
        </a:p>
      </dgm:t>
    </dgm:pt>
    <dgm:pt modelId="{65EC9C8E-A79E-47B6-BFE2-7662C26617E4}" type="parTrans" cxnId="{391D10C8-574D-45F8-BB3D-8E7CF21123CF}">
      <dgm:prSet/>
      <dgm:spPr/>
      <dgm:t>
        <a:bodyPr/>
        <a:lstStyle/>
        <a:p>
          <a:endParaRPr lang="en-US"/>
        </a:p>
      </dgm:t>
    </dgm:pt>
    <dgm:pt modelId="{062F739B-A502-47ED-AA21-79EB2DFDD41F}" type="sibTrans" cxnId="{391D10C8-574D-45F8-BB3D-8E7CF21123CF}">
      <dgm:prSet/>
      <dgm:spPr/>
      <dgm:t>
        <a:bodyPr/>
        <a:lstStyle/>
        <a:p>
          <a:endParaRPr lang="en-US"/>
        </a:p>
      </dgm:t>
    </dgm:pt>
    <dgm:pt modelId="{D87467E7-2CF0-41F5-83CF-FF5AAB61D4AB}">
      <dgm:prSet/>
      <dgm:spPr/>
      <dgm:t>
        <a:bodyPr/>
        <a:lstStyle/>
        <a:p>
          <a:r>
            <a:rPr lang="en-GB" dirty="0"/>
            <a:t>BSTOL</a:t>
          </a:r>
          <a:endParaRPr lang="en-US" dirty="0"/>
        </a:p>
      </dgm:t>
    </dgm:pt>
    <dgm:pt modelId="{797F30AF-C03E-4FEE-8D37-30F9E51334D4}" type="parTrans" cxnId="{4722B1D8-FA82-4379-94DC-90AB4016C1C6}">
      <dgm:prSet/>
      <dgm:spPr/>
      <dgm:t>
        <a:bodyPr/>
        <a:lstStyle/>
        <a:p>
          <a:endParaRPr lang="en-US"/>
        </a:p>
      </dgm:t>
    </dgm:pt>
    <dgm:pt modelId="{D5E10EB5-39CD-480B-8648-54C8C5E7C014}" type="sibTrans" cxnId="{4722B1D8-FA82-4379-94DC-90AB4016C1C6}">
      <dgm:prSet/>
      <dgm:spPr/>
      <dgm:t>
        <a:bodyPr/>
        <a:lstStyle/>
        <a:p>
          <a:endParaRPr lang="en-US"/>
        </a:p>
      </dgm:t>
    </dgm:pt>
    <dgm:pt modelId="{BE7A4AAE-8B17-4FB6-8BD4-0635FA2E59EA}">
      <dgm:prSet/>
      <dgm:spPr/>
      <dgm:t>
        <a:bodyPr/>
        <a:lstStyle/>
        <a:p>
          <a:r>
            <a:rPr lang="en-GB" dirty="0"/>
            <a:t>BSTOLL-L.froth.ly</a:t>
          </a:r>
          <a:endParaRPr lang="en-US" dirty="0"/>
        </a:p>
      </dgm:t>
    </dgm:pt>
    <dgm:pt modelId="{592867D6-BBD6-45FC-9995-4FABA7AD903C}" type="parTrans" cxnId="{04F20F09-A054-4290-A56A-02226EA32EE6}">
      <dgm:prSet/>
      <dgm:spPr/>
      <dgm:t>
        <a:bodyPr/>
        <a:lstStyle/>
        <a:p>
          <a:endParaRPr lang="en-US"/>
        </a:p>
      </dgm:t>
    </dgm:pt>
    <dgm:pt modelId="{E950D018-616B-42F9-8318-8FE255ABBDBE}" type="sibTrans" cxnId="{04F20F09-A054-4290-A56A-02226EA32EE6}">
      <dgm:prSet/>
      <dgm:spPr/>
      <dgm:t>
        <a:bodyPr/>
        <a:lstStyle/>
        <a:p>
          <a:endParaRPr lang="en-US"/>
        </a:p>
      </dgm:t>
    </dgm:pt>
    <dgm:pt modelId="{35B014B5-5755-4F6A-94C6-0C3C5E78CF2D}">
      <dgm:prSet/>
      <dgm:spPr/>
      <dgm:t>
        <a:bodyPr/>
        <a:lstStyle/>
        <a:p>
          <a:r>
            <a:rPr lang="en-GB"/>
            <a:t>Vulnerability</a:t>
          </a:r>
          <a:endParaRPr lang="en-US"/>
        </a:p>
      </dgm:t>
    </dgm:pt>
    <dgm:pt modelId="{5DD88CFF-2330-4718-8C29-53F75E91E96F}" type="parTrans" cxnId="{1A263453-ABF5-4864-95E2-9FF877E4C0DA}">
      <dgm:prSet/>
      <dgm:spPr/>
      <dgm:t>
        <a:bodyPr/>
        <a:lstStyle/>
        <a:p>
          <a:endParaRPr lang="en-US"/>
        </a:p>
      </dgm:t>
    </dgm:pt>
    <dgm:pt modelId="{D4B0263B-E297-4FB2-8883-8DDE290DFFA9}" type="sibTrans" cxnId="{1A263453-ABF5-4864-95E2-9FF877E4C0DA}">
      <dgm:prSet/>
      <dgm:spPr/>
      <dgm:t>
        <a:bodyPr/>
        <a:lstStyle/>
        <a:p>
          <a:endParaRPr lang="en-US"/>
        </a:p>
      </dgm:t>
    </dgm:pt>
    <dgm:pt modelId="{CA52EB61-F7C2-43FC-B2B3-D03B31B66AB7}">
      <dgm:prSet custT="1"/>
      <dgm:spPr/>
      <dgm:t>
        <a:bodyPr/>
        <a:lstStyle/>
        <a:p>
          <a:r>
            <a:rPr lang="en-GB" sz="4000" dirty="0"/>
            <a:t>Public S3 Bucket</a:t>
          </a:r>
          <a:endParaRPr lang="en-US" sz="4000" dirty="0"/>
        </a:p>
      </dgm:t>
    </dgm:pt>
    <dgm:pt modelId="{E5D4663A-E876-4747-9631-4EB590724EE2}" type="parTrans" cxnId="{B8637F54-B9D4-4848-A8FD-BFC0D064C909}">
      <dgm:prSet/>
      <dgm:spPr/>
      <dgm:t>
        <a:bodyPr/>
        <a:lstStyle/>
        <a:p>
          <a:endParaRPr lang="en-US"/>
        </a:p>
      </dgm:t>
    </dgm:pt>
    <dgm:pt modelId="{1AB41076-12B5-40A8-9516-9BBDAA3C2BE5}" type="sibTrans" cxnId="{B8637F54-B9D4-4848-A8FD-BFC0D064C909}">
      <dgm:prSet/>
      <dgm:spPr/>
      <dgm:t>
        <a:bodyPr/>
        <a:lstStyle/>
        <a:p>
          <a:endParaRPr lang="en-US"/>
        </a:p>
      </dgm:t>
    </dgm:pt>
    <dgm:pt modelId="{A081F379-A000-4A0A-8280-F13660E5D218}">
      <dgm:prSet custT="1"/>
      <dgm:spPr/>
      <dgm:t>
        <a:bodyPr/>
        <a:lstStyle/>
        <a:p>
          <a:r>
            <a:rPr lang="en-GB" sz="4000" dirty="0"/>
            <a:t>Uploaded TXT File</a:t>
          </a:r>
          <a:endParaRPr lang="en-US" sz="4000" dirty="0"/>
        </a:p>
      </dgm:t>
    </dgm:pt>
    <dgm:pt modelId="{96939C10-6EFE-4175-B078-4EFBFC76BEF5}" type="parTrans" cxnId="{7232D5AE-82EE-4A8F-ADC7-67B8C6214A0A}">
      <dgm:prSet/>
      <dgm:spPr/>
      <dgm:t>
        <a:bodyPr/>
        <a:lstStyle/>
        <a:p>
          <a:endParaRPr lang="en-US"/>
        </a:p>
      </dgm:t>
    </dgm:pt>
    <dgm:pt modelId="{A3737A3A-606E-412A-9FE3-56CE784693BF}" type="sibTrans" cxnId="{7232D5AE-82EE-4A8F-ADC7-67B8C6214A0A}">
      <dgm:prSet/>
      <dgm:spPr/>
      <dgm:t>
        <a:bodyPr/>
        <a:lstStyle/>
        <a:p>
          <a:endParaRPr lang="en-US"/>
        </a:p>
      </dgm:t>
    </dgm:pt>
    <dgm:pt modelId="{A097FB64-3B05-4F00-9913-80A287B4D128}">
      <dgm:prSet/>
      <dgm:spPr/>
      <dgm:t>
        <a:bodyPr/>
        <a:lstStyle/>
        <a:p>
          <a:r>
            <a:rPr lang="en-GB" dirty="0"/>
            <a:t>BSTOLL-L</a:t>
          </a:r>
          <a:endParaRPr lang="en-US" dirty="0"/>
        </a:p>
      </dgm:t>
    </dgm:pt>
    <dgm:pt modelId="{510C88C9-04F8-4118-897B-59A0F299E6E5}" type="parTrans" cxnId="{3EDEC590-E30E-4D88-A291-C895EF2B89DF}">
      <dgm:prSet/>
      <dgm:spPr/>
      <dgm:t>
        <a:bodyPr/>
        <a:lstStyle/>
        <a:p>
          <a:endParaRPr lang="en-GB"/>
        </a:p>
      </dgm:t>
    </dgm:pt>
    <dgm:pt modelId="{3A0F5EEA-668D-4EC7-9ACE-D7945C72E02A}" type="sibTrans" cxnId="{3EDEC590-E30E-4D88-A291-C895EF2B89DF}">
      <dgm:prSet/>
      <dgm:spPr/>
      <dgm:t>
        <a:bodyPr/>
        <a:lstStyle/>
        <a:p>
          <a:endParaRPr lang="en-GB"/>
        </a:p>
      </dgm:t>
    </dgm:pt>
    <dgm:pt modelId="{8661191B-68A3-462B-83CE-603DCEBC79A9}" type="pres">
      <dgm:prSet presAssocID="{467F8048-C55E-4E2C-BDBF-6CA88E7117C0}" presName="Name0" presStyleCnt="0">
        <dgm:presLayoutVars>
          <dgm:dir/>
          <dgm:animLvl val="lvl"/>
          <dgm:resizeHandles val="exact"/>
        </dgm:presLayoutVars>
      </dgm:prSet>
      <dgm:spPr/>
    </dgm:pt>
    <dgm:pt modelId="{F2DE0E82-1A3A-44B1-A101-C2A35BFEC997}" type="pres">
      <dgm:prSet presAssocID="{B3325FCB-F8AB-4059-A145-0E05BDF12E4D}" presName="composite" presStyleCnt="0"/>
      <dgm:spPr/>
    </dgm:pt>
    <dgm:pt modelId="{68A89576-CDB7-4DD6-A57A-824CF52D17B7}" type="pres">
      <dgm:prSet presAssocID="{B3325FCB-F8AB-4059-A145-0E05BDF12E4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BAB1C4A0-65E3-4189-A6D7-B7C7364847DC}" type="pres">
      <dgm:prSet presAssocID="{B3325FCB-F8AB-4059-A145-0E05BDF12E4D}" presName="desTx" presStyleLbl="alignAccFollowNode1" presStyleIdx="0" presStyleCnt="2" custLinFactNeighborX="-565" custLinFactNeighborY="-759">
        <dgm:presLayoutVars>
          <dgm:bulletEnabled val="1"/>
        </dgm:presLayoutVars>
      </dgm:prSet>
      <dgm:spPr/>
    </dgm:pt>
    <dgm:pt modelId="{1F3D32F4-AC04-4D31-9D49-B70BBB8C8BE1}" type="pres">
      <dgm:prSet presAssocID="{062F739B-A502-47ED-AA21-79EB2DFDD41F}" presName="space" presStyleCnt="0"/>
      <dgm:spPr/>
    </dgm:pt>
    <dgm:pt modelId="{1CA7177F-D016-4E77-9DB9-4B95259C5299}" type="pres">
      <dgm:prSet presAssocID="{35B014B5-5755-4F6A-94C6-0C3C5E78CF2D}" presName="composite" presStyleCnt="0"/>
      <dgm:spPr/>
    </dgm:pt>
    <dgm:pt modelId="{89353EFB-920A-4D63-ABFD-368706D6EDEC}" type="pres">
      <dgm:prSet presAssocID="{35B014B5-5755-4F6A-94C6-0C3C5E78CF2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A851A1D9-E1FD-4AA4-BA91-BDAB6B33444B}" type="pres">
      <dgm:prSet presAssocID="{35B014B5-5755-4F6A-94C6-0C3C5E78CF2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04F20F09-A054-4290-A56A-02226EA32EE6}" srcId="{B3325FCB-F8AB-4059-A145-0E05BDF12E4D}" destId="{BE7A4AAE-8B17-4FB6-8BD4-0635FA2E59EA}" srcOrd="2" destOrd="0" parTransId="{592867D6-BBD6-45FC-9995-4FABA7AD903C}" sibTransId="{E950D018-616B-42F9-8318-8FE255ABBDBE}"/>
    <dgm:cxn modelId="{53E9E636-6C54-4EE5-B751-EDC89F0C0F40}" type="presOf" srcId="{BE7A4AAE-8B17-4FB6-8BD4-0635FA2E59EA}" destId="{BAB1C4A0-65E3-4189-A6D7-B7C7364847DC}" srcOrd="0" destOrd="2" presId="urn:microsoft.com/office/officeart/2005/8/layout/hList1"/>
    <dgm:cxn modelId="{1A263453-ABF5-4864-95E2-9FF877E4C0DA}" srcId="{467F8048-C55E-4E2C-BDBF-6CA88E7117C0}" destId="{35B014B5-5755-4F6A-94C6-0C3C5E78CF2D}" srcOrd="1" destOrd="0" parTransId="{5DD88CFF-2330-4718-8C29-53F75E91E96F}" sibTransId="{D4B0263B-E297-4FB2-8883-8DDE290DFFA9}"/>
    <dgm:cxn modelId="{B8637F54-B9D4-4848-A8FD-BFC0D064C909}" srcId="{35B014B5-5755-4F6A-94C6-0C3C5E78CF2D}" destId="{CA52EB61-F7C2-43FC-B2B3-D03B31B66AB7}" srcOrd="0" destOrd="0" parTransId="{E5D4663A-E876-4747-9631-4EB590724EE2}" sibTransId="{1AB41076-12B5-40A8-9516-9BBDAA3C2BE5}"/>
    <dgm:cxn modelId="{05F5F675-D6B5-46DB-8AD9-2E58EC267C13}" type="presOf" srcId="{A097FB64-3B05-4F00-9913-80A287B4D128}" destId="{BAB1C4A0-65E3-4189-A6D7-B7C7364847DC}" srcOrd="0" destOrd="1" presId="urn:microsoft.com/office/officeart/2005/8/layout/hList1"/>
    <dgm:cxn modelId="{E0761176-1031-4518-8C09-D1B9531ED79A}" type="presOf" srcId="{35B014B5-5755-4F6A-94C6-0C3C5E78CF2D}" destId="{89353EFB-920A-4D63-ABFD-368706D6EDEC}" srcOrd="0" destOrd="0" presId="urn:microsoft.com/office/officeart/2005/8/layout/hList1"/>
    <dgm:cxn modelId="{D97B6976-2E64-43D1-83C1-D56147CB37AD}" type="presOf" srcId="{A081F379-A000-4A0A-8280-F13660E5D218}" destId="{A851A1D9-E1FD-4AA4-BA91-BDAB6B33444B}" srcOrd="0" destOrd="1" presId="urn:microsoft.com/office/officeart/2005/8/layout/hList1"/>
    <dgm:cxn modelId="{3EDEC590-E30E-4D88-A291-C895EF2B89DF}" srcId="{B3325FCB-F8AB-4059-A145-0E05BDF12E4D}" destId="{A097FB64-3B05-4F00-9913-80A287B4D128}" srcOrd="1" destOrd="0" parTransId="{510C88C9-04F8-4118-897B-59A0F299E6E5}" sibTransId="{3A0F5EEA-668D-4EC7-9ACE-D7945C72E02A}"/>
    <dgm:cxn modelId="{E415A391-37A0-4424-92A7-7F6F98221838}" type="presOf" srcId="{467F8048-C55E-4E2C-BDBF-6CA88E7117C0}" destId="{8661191B-68A3-462B-83CE-603DCEBC79A9}" srcOrd="0" destOrd="0" presId="urn:microsoft.com/office/officeart/2005/8/layout/hList1"/>
    <dgm:cxn modelId="{0F26059C-ABCF-49EB-A167-DE07AE5D909E}" type="presOf" srcId="{B3325FCB-F8AB-4059-A145-0E05BDF12E4D}" destId="{68A89576-CDB7-4DD6-A57A-824CF52D17B7}" srcOrd="0" destOrd="0" presId="urn:microsoft.com/office/officeart/2005/8/layout/hList1"/>
    <dgm:cxn modelId="{7232D5AE-82EE-4A8F-ADC7-67B8C6214A0A}" srcId="{35B014B5-5755-4F6A-94C6-0C3C5E78CF2D}" destId="{A081F379-A000-4A0A-8280-F13660E5D218}" srcOrd="1" destOrd="0" parTransId="{96939C10-6EFE-4175-B078-4EFBFC76BEF5}" sibTransId="{A3737A3A-606E-412A-9FE3-56CE784693BF}"/>
    <dgm:cxn modelId="{627D05C6-3FA7-41F5-8594-7C9CE72821BA}" type="presOf" srcId="{D87467E7-2CF0-41F5-83CF-FF5AAB61D4AB}" destId="{BAB1C4A0-65E3-4189-A6D7-B7C7364847DC}" srcOrd="0" destOrd="0" presId="urn:microsoft.com/office/officeart/2005/8/layout/hList1"/>
    <dgm:cxn modelId="{391D10C8-574D-45F8-BB3D-8E7CF21123CF}" srcId="{467F8048-C55E-4E2C-BDBF-6CA88E7117C0}" destId="{B3325FCB-F8AB-4059-A145-0E05BDF12E4D}" srcOrd="0" destOrd="0" parTransId="{65EC9C8E-A79E-47B6-BFE2-7662C26617E4}" sibTransId="{062F739B-A502-47ED-AA21-79EB2DFDD41F}"/>
    <dgm:cxn modelId="{FDBDDCC8-F99E-4635-AA4D-1F32DDD7E21A}" type="presOf" srcId="{CA52EB61-F7C2-43FC-B2B3-D03B31B66AB7}" destId="{A851A1D9-E1FD-4AA4-BA91-BDAB6B33444B}" srcOrd="0" destOrd="0" presId="urn:microsoft.com/office/officeart/2005/8/layout/hList1"/>
    <dgm:cxn modelId="{4722B1D8-FA82-4379-94DC-90AB4016C1C6}" srcId="{B3325FCB-F8AB-4059-A145-0E05BDF12E4D}" destId="{D87467E7-2CF0-41F5-83CF-FF5AAB61D4AB}" srcOrd="0" destOrd="0" parTransId="{797F30AF-C03E-4FEE-8D37-30F9E51334D4}" sibTransId="{D5E10EB5-39CD-480B-8648-54C8C5E7C014}"/>
    <dgm:cxn modelId="{EF641263-59F0-457A-BECA-FC94FAB10179}" type="presParOf" srcId="{8661191B-68A3-462B-83CE-603DCEBC79A9}" destId="{F2DE0E82-1A3A-44B1-A101-C2A35BFEC997}" srcOrd="0" destOrd="0" presId="urn:microsoft.com/office/officeart/2005/8/layout/hList1"/>
    <dgm:cxn modelId="{8C6D74D5-4DE6-4790-9CFB-30A960F6F4C7}" type="presParOf" srcId="{F2DE0E82-1A3A-44B1-A101-C2A35BFEC997}" destId="{68A89576-CDB7-4DD6-A57A-824CF52D17B7}" srcOrd="0" destOrd="0" presId="urn:microsoft.com/office/officeart/2005/8/layout/hList1"/>
    <dgm:cxn modelId="{299EDC2C-1E97-4FDA-BF98-D601F1A4ACF0}" type="presParOf" srcId="{F2DE0E82-1A3A-44B1-A101-C2A35BFEC997}" destId="{BAB1C4A0-65E3-4189-A6D7-B7C7364847DC}" srcOrd="1" destOrd="0" presId="urn:microsoft.com/office/officeart/2005/8/layout/hList1"/>
    <dgm:cxn modelId="{74132F08-BB4A-4766-9A2F-0A416790CAE9}" type="presParOf" srcId="{8661191B-68A3-462B-83CE-603DCEBC79A9}" destId="{1F3D32F4-AC04-4D31-9D49-B70BBB8C8BE1}" srcOrd="1" destOrd="0" presId="urn:microsoft.com/office/officeart/2005/8/layout/hList1"/>
    <dgm:cxn modelId="{A5EC65CD-518C-4DD2-AEE3-186D5FA30235}" type="presParOf" srcId="{8661191B-68A3-462B-83CE-603DCEBC79A9}" destId="{1CA7177F-D016-4E77-9DB9-4B95259C5299}" srcOrd="2" destOrd="0" presId="urn:microsoft.com/office/officeart/2005/8/layout/hList1"/>
    <dgm:cxn modelId="{311B59BE-BFF5-48FA-9147-0F1E9FEB0961}" type="presParOf" srcId="{1CA7177F-D016-4E77-9DB9-4B95259C5299}" destId="{89353EFB-920A-4D63-ABFD-368706D6EDEC}" srcOrd="0" destOrd="0" presId="urn:microsoft.com/office/officeart/2005/8/layout/hList1"/>
    <dgm:cxn modelId="{C948B3EF-D417-4FD3-ADDE-CD0937009CB3}" type="presParOf" srcId="{1CA7177F-D016-4E77-9DB9-4B95259C5299}" destId="{A851A1D9-E1FD-4AA4-BA91-BDAB6B33444B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D58195-F8A4-4C06-A002-AC23D6C2FB1F}" type="doc">
      <dgm:prSet loTypeId="urn:microsoft.com/office/officeart/2005/8/layout/vList5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C22E79C-9C83-4394-AC0E-0A62C2A395AC}">
      <dgm:prSet/>
      <dgm:spPr/>
      <dgm:t>
        <a:bodyPr/>
        <a:lstStyle/>
        <a:p>
          <a:r>
            <a:rPr lang="en-GB"/>
            <a:t>Lack of MFA</a:t>
          </a:r>
          <a:endParaRPr lang="en-US"/>
        </a:p>
      </dgm:t>
    </dgm:pt>
    <dgm:pt modelId="{CE577D4E-EC9E-476E-8A6B-5F7DC28B1A3D}" type="parTrans" cxnId="{3ACC3B80-8978-4C1F-8895-4893E9571C6B}">
      <dgm:prSet/>
      <dgm:spPr/>
      <dgm:t>
        <a:bodyPr/>
        <a:lstStyle/>
        <a:p>
          <a:endParaRPr lang="en-US"/>
        </a:p>
      </dgm:t>
    </dgm:pt>
    <dgm:pt modelId="{34CE78F0-30DB-421F-A2B2-ECDD51F2F644}" type="sibTrans" cxnId="{3ACC3B80-8978-4C1F-8895-4893E9571C6B}">
      <dgm:prSet/>
      <dgm:spPr/>
      <dgm:t>
        <a:bodyPr/>
        <a:lstStyle/>
        <a:p>
          <a:endParaRPr lang="en-US"/>
        </a:p>
      </dgm:t>
    </dgm:pt>
    <dgm:pt modelId="{32BAC9D9-3E3A-4569-B403-8E0823D721E9}">
      <dgm:prSet/>
      <dgm:spPr/>
      <dgm:t>
        <a:bodyPr/>
        <a:lstStyle/>
        <a:p>
          <a:r>
            <a:rPr lang="en-GB"/>
            <a:t>Lack of Alerts</a:t>
          </a:r>
          <a:endParaRPr lang="en-US"/>
        </a:p>
      </dgm:t>
    </dgm:pt>
    <dgm:pt modelId="{A6FE70E1-C41B-4797-B23C-E72685DF262B}" type="parTrans" cxnId="{0DB44B9F-8BA6-46F3-BF72-6946CDD7B620}">
      <dgm:prSet/>
      <dgm:spPr/>
      <dgm:t>
        <a:bodyPr/>
        <a:lstStyle/>
        <a:p>
          <a:endParaRPr lang="en-US"/>
        </a:p>
      </dgm:t>
    </dgm:pt>
    <dgm:pt modelId="{56470AB4-79D7-47A9-BBA2-DE6F5CE8EF63}" type="sibTrans" cxnId="{0DB44B9F-8BA6-46F3-BF72-6946CDD7B620}">
      <dgm:prSet/>
      <dgm:spPr/>
      <dgm:t>
        <a:bodyPr/>
        <a:lstStyle/>
        <a:p>
          <a:endParaRPr lang="en-US"/>
        </a:p>
      </dgm:t>
    </dgm:pt>
    <dgm:pt modelId="{F38FC6B7-CE16-47F7-BFC5-C1D56FB0AC1B}">
      <dgm:prSet/>
      <dgm:spPr/>
      <dgm:t>
        <a:bodyPr/>
        <a:lstStyle/>
        <a:p>
          <a:r>
            <a:rPr lang="en-GB"/>
            <a:t>User BSTOL has excessive permission</a:t>
          </a:r>
          <a:endParaRPr lang="en-US"/>
        </a:p>
      </dgm:t>
    </dgm:pt>
    <dgm:pt modelId="{464DA1D4-43E1-41E9-A4DB-A037973E2732}" type="parTrans" cxnId="{5FAE783F-CA9D-4391-AD49-D17EAD31EED1}">
      <dgm:prSet/>
      <dgm:spPr/>
      <dgm:t>
        <a:bodyPr/>
        <a:lstStyle/>
        <a:p>
          <a:endParaRPr lang="en-US"/>
        </a:p>
      </dgm:t>
    </dgm:pt>
    <dgm:pt modelId="{72E9C85D-33E3-46BB-9503-1BF489241F7B}" type="sibTrans" cxnId="{5FAE783F-CA9D-4391-AD49-D17EAD31EED1}">
      <dgm:prSet/>
      <dgm:spPr/>
      <dgm:t>
        <a:bodyPr/>
        <a:lstStyle/>
        <a:p>
          <a:endParaRPr lang="en-US"/>
        </a:p>
      </dgm:t>
    </dgm:pt>
    <dgm:pt modelId="{9C8ED4DA-BDBA-4F06-B08F-6FB5AFD168D3}">
      <dgm:prSet/>
      <dgm:spPr/>
      <dgm:t>
        <a:bodyPr/>
        <a:lstStyle/>
        <a:p>
          <a:r>
            <a:rPr lang="en-GB"/>
            <a:t>Accidental Misconfiguration</a:t>
          </a:r>
          <a:endParaRPr lang="en-US"/>
        </a:p>
      </dgm:t>
    </dgm:pt>
    <dgm:pt modelId="{D51C51AB-5B40-4158-95D6-62AFEE1C1B81}" type="parTrans" cxnId="{DC5F79BF-3E91-4A7C-BFE7-C7C5B4A4F2AB}">
      <dgm:prSet/>
      <dgm:spPr/>
      <dgm:t>
        <a:bodyPr/>
        <a:lstStyle/>
        <a:p>
          <a:endParaRPr lang="en-US"/>
        </a:p>
      </dgm:t>
    </dgm:pt>
    <dgm:pt modelId="{5F33A9D3-62DB-41A6-9529-7EFD365F1233}" type="sibTrans" cxnId="{DC5F79BF-3E91-4A7C-BFE7-C7C5B4A4F2AB}">
      <dgm:prSet/>
      <dgm:spPr/>
      <dgm:t>
        <a:bodyPr/>
        <a:lstStyle/>
        <a:p>
          <a:endParaRPr lang="en-US"/>
        </a:p>
      </dgm:t>
    </dgm:pt>
    <dgm:pt modelId="{B49B24F4-6E12-4317-B3B7-84A5AFAA778C}" type="pres">
      <dgm:prSet presAssocID="{AFD58195-F8A4-4C06-A002-AC23D6C2FB1F}" presName="Name0" presStyleCnt="0">
        <dgm:presLayoutVars>
          <dgm:dir/>
          <dgm:animLvl val="lvl"/>
          <dgm:resizeHandles val="exact"/>
        </dgm:presLayoutVars>
      </dgm:prSet>
      <dgm:spPr/>
    </dgm:pt>
    <dgm:pt modelId="{A477659E-705A-497F-9F55-690BE01322BA}" type="pres">
      <dgm:prSet presAssocID="{CC22E79C-9C83-4394-AC0E-0A62C2A395AC}" presName="linNode" presStyleCnt="0"/>
      <dgm:spPr/>
    </dgm:pt>
    <dgm:pt modelId="{EB4B91DA-607F-473F-A72B-63AA17DE2E48}" type="pres">
      <dgm:prSet presAssocID="{CC22E79C-9C83-4394-AC0E-0A62C2A395AC}" presName="parentText" presStyleLbl="node1" presStyleIdx="0" presStyleCnt="4">
        <dgm:presLayoutVars>
          <dgm:chMax val="1"/>
          <dgm:bulletEnabled val="1"/>
        </dgm:presLayoutVars>
      </dgm:prSet>
      <dgm:spPr/>
    </dgm:pt>
    <dgm:pt modelId="{D77A5DF5-ED65-4F49-A6F2-AA82EA4D0BF9}" type="pres">
      <dgm:prSet presAssocID="{34CE78F0-30DB-421F-A2B2-ECDD51F2F644}" presName="sp" presStyleCnt="0"/>
      <dgm:spPr/>
    </dgm:pt>
    <dgm:pt modelId="{A64DA973-597C-4937-8823-D4F74CF574D2}" type="pres">
      <dgm:prSet presAssocID="{32BAC9D9-3E3A-4569-B403-8E0823D721E9}" presName="linNode" presStyleCnt="0"/>
      <dgm:spPr/>
    </dgm:pt>
    <dgm:pt modelId="{5D36BB78-FFDE-4ACA-A4A7-F6C825E3FCD9}" type="pres">
      <dgm:prSet presAssocID="{32BAC9D9-3E3A-4569-B403-8E0823D721E9}" presName="parentText" presStyleLbl="node1" presStyleIdx="1" presStyleCnt="4">
        <dgm:presLayoutVars>
          <dgm:chMax val="1"/>
          <dgm:bulletEnabled val="1"/>
        </dgm:presLayoutVars>
      </dgm:prSet>
      <dgm:spPr/>
    </dgm:pt>
    <dgm:pt modelId="{EE6C2A7D-44C1-497A-99A2-2CCE13A65217}" type="pres">
      <dgm:prSet presAssocID="{56470AB4-79D7-47A9-BBA2-DE6F5CE8EF63}" presName="sp" presStyleCnt="0"/>
      <dgm:spPr/>
    </dgm:pt>
    <dgm:pt modelId="{C16405E7-E125-4606-A428-50840ABF5CBB}" type="pres">
      <dgm:prSet presAssocID="{F38FC6B7-CE16-47F7-BFC5-C1D56FB0AC1B}" presName="linNode" presStyleCnt="0"/>
      <dgm:spPr/>
    </dgm:pt>
    <dgm:pt modelId="{B658612E-1C02-4B4D-9F76-6D023379A2EF}" type="pres">
      <dgm:prSet presAssocID="{F38FC6B7-CE16-47F7-BFC5-C1D56FB0AC1B}" presName="parentText" presStyleLbl="node1" presStyleIdx="2" presStyleCnt="4">
        <dgm:presLayoutVars>
          <dgm:chMax val="1"/>
          <dgm:bulletEnabled val="1"/>
        </dgm:presLayoutVars>
      </dgm:prSet>
      <dgm:spPr/>
    </dgm:pt>
    <dgm:pt modelId="{2DBF76BB-C2A2-43D3-88DA-131DEF4E6CA8}" type="pres">
      <dgm:prSet presAssocID="{72E9C85D-33E3-46BB-9503-1BF489241F7B}" presName="sp" presStyleCnt="0"/>
      <dgm:spPr/>
    </dgm:pt>
    <dgm:pt modelId="{D8A0260B-08E3-4E36-B4FC-40B68FC6601A}" type="pres">
      <dgm:prSet presAssocID="{9C8ED4DA-BDBA-4F06-B08F-6FB5AFD168D3}" presName="linNode" presStyleCnt="0"/>
      <dgm:spPr/>
    </dgm:pt>
    <dgm:pt modelId="{AAAB80CA-862D-45A1-A77C-3DAA16149F55}" type="pres">
      <dgm:prSet presAssocID="{9C8ED4DA-BDBA-4F06-B08F-6FB5AFD168D3}" presName="parentText" presStyleLbl="node1" presStyleIdx="3" presStyleCnt="4">
        <dgm:presLayoutVars>
          <dgm:chMax val="1"/>
          <dgm:bulletEnabled val="1"/>
        </dgm:presLayoutVars>
      </dgm:prSet>
      <dgm:spPr/>
    </dgm:pt>
  </dgm:ptLst>
  <dgm:cxnLst>
    <dgm:cxn modelId="{B13F1806-2A33-47BA-BEC2-A3534E47A3D7}" type="presOf" srcId="{AFD58195-F8A4-4C06-A002-AC23D6C2FB1F}" destId="{B49B24F4-6E12-4317-B3B7-84A5AFAA778C}" srcOrd="0" destOrd="0" presId="urn:microsoft.com/office/officeart/2005/8/layout/vList5"/>
    <dgm:cxn modelId="{5FAE783F-CA9D-4391-AD49-D17EAD31EED1}" srcId="{AFD58195-F8A4-4C06-A002-AC23D6C2FB1F}" destId="{F38FC6B7-CE16-47F7-BFC5-C1D56FB0AC1B}" srcOrd="2" destOrd="0" parTransId="{464DA1D4-43E1-41E9-A4DB-A037973E2732}" sibTransId="{72E9C85D-33E3-46BB-9503-1BF489241F7B}"/>
    <dgm:cxn modelId="{E863D445-91CF-4E75-BCE6-46152220EE7B}" type="presOf" srcId="{9C8ED4DA-BDBA-4F06-B08F-6FB5AFD168D3}" destId="{AAAB80CA-862D-45A1-A77C-3DAA16149F55}" srcOrd="0" destOrd="0" presId="urn:microsoft.com/office/officeart/2005/8/layout/vList5"/>
    <dgm:cxn modelId="{3ACC3B80-8978-4C1F-8895-4893E9571C6B}" srcId="{AFD58195-F8A4-4C06-A002-AC23D6C2FB1F}" destId="{CC22E79C-9C83-4394-AC0E-0A62C2A395AC}" srcOrd="0" destOrd="0" parTransId="{CE577D4E-EC9E-476E-8A6B-5F7DC28B1A3D}" sibTransId="{34CE78F0-30DB-421F-A2B2-ECDD51F2F644}"/>
    <dgm:cxn modelId="{5B609D93-253B-4035-A386-88B3DEF73B54}" type="presOf" srcId="{F38FC6B7-CE16-47F7-BFC5-C1D56FB0AC1B}" destId="{B658612E-1C02-4B4D-9F76-6D023379A2EF}" srcOrd="0" destOrd="0" presId="urn:microsoft.com/office/officeart/2005/8/layout/vList5"/>
    <dgm:cxn modelId="{0DB44B9F-8BA6-46F3-BF72-6946CDD7B620}" srcId="{AFD58195-F8A4-4C06-A002-AC23D6C2FB1F}" destId="{32BAC9D9-3E3A-4569-B403-8E0823D721E9}" srcOrd="1" destOrd="0" parTransId="{A6FE70E1-C41B-4797-B23C-E72685DF262B}" sibTransId="{56470AB4-79D7-47A9-BBA2-DE6F5CE8EF63}"/>
    <dgm:cxn modelId="{DC5F79BF-3E91-4A7C-BFE7-C7C5B4A4F2AB}" srcId="{AFD58195-F8A4-4C06-A002-AC23D6C2FB1F}" destId="{9C8ED4DA-BDBA-4F06-B08F-6FB5AFD168D3}" srcOrd="3" destOrd="0" parTransId="{D51C51AB-5B40-4158-95D6-62AFEE1C1B81}" sibTransId="{5F33A9D3-62DB-41A6-9529-7EFD365F1233}"/>
    <dgm:cxn modelId="{18D42BD9-1F32-4C55-AE26-A828ECA78343}" type="presOf" srcId="{32BAC9D9-3E3A-4569-B403-8E0823D721E9}" destId="{5D36BB78-FFDE-4ACA-A4A7-F6C825E3FCD9}" srcOrd="0" destOrd="0" presId="urn:microsoft.com/office/officeart/2005/8/layout/vList5"/>
    <dgm:cxn modelId="{7D2FA4F4-18FA-4304-A389-AA18749EFA12}" type="presOf" srcId="{CC22E79C-9C83-4394-AC0E-0A62C2A395AC}" destId="{EB4B91DA-607F-473F-A72B-63AA17DE2E48}" srcOrd="0" destOrd="0" presId="urn:microsoft.com/office/officeart/2005/8/layout/vList5"/>
    <dgm:cxn modelId="{3239B2A9-2952-4941-B4EA-4E49955FF315}" type="presParOf" srcId="{B49B24F4-6E12-4317-B3B7-84A5AFAA778C}" destId="{A477659E-705A-497F-9F55-690BE01322BA}" srcOrd="0" destOrd="0" presId="urn:microsoft.com/office/officeart/2005/8/layout/vList5"/>
    <dgm:cxn modelId="{A49B8221-2FD6-4E7B-B6A3-F403B0BDC32E}" type="presParOf" srcId="{A477659E-705A-497F-9F55-690BE01322BA}" destId="{EB4B91DA-607F-473F-A72B-63AA17DE2E48}" srcOrd="0" destOrd="0" presId="urn:microsoft.com/office/officeart/2005/8/layout/vList5"/>
    <dgm:cxn modelId="{CB1ABEB5-BE54-42AF-B698-902D891F81D0}" type="presParOf" srcId="{B49B24F4-6E12-4317-B3B7-84A5AFAA778C}" destId="{D77A5DF5-ED65-4F49-A6F2-AA82EA4D0BF9}" srcOrd="1" destOrd="0" presId="urn:microsoft.com/office/officeart/2005/8/layout/vList5"/>
    <dgm:cxn modelId="{00E0832F-8985-43E1-BD7C-27A1FFAE72C0}" type="presParOf" srcId="{B49B24F4-6E12-4317-B3B7-84A5AFAA778C}" destId="{A64DA973-597C-4937-8823-D4F74CF574D2}" srcOrd="2" destOrd="0" presId="urn:microsoft.com/office/officeart/2005/8/layout/vList5"/>
    <dgm:cxn modelId="{4FB383E9-F13D-4A3F-A133-30BC66A37F38}" type="presParOf" srcId="{A64DA973-597C-4937-8823-D4F74CF574D2}" destId="{5D36BB78-FFDE-4ACA-A4A7-F6C825E3FCD9}" srcOrd="0" destOrd="0" presId="urn:microsoft.com/office/officeart/2005/8/layout/vList5"/>
    <dgm:cxn modelId="{70AFF155-1477-4602-9F13-9FC54C26AD6F}" type="presParOf" srcId="{B49B24F4-6E12-4317-B3B7-84A5AFAA778C}" destId="{EE6C2A7D-44C1-497A-99A2-2CCE13A65217}" srcOrd="3" destOrd="0" presId="urn:microsoft.com/office/officeart/2005/8/layout/vList5"/>
    <dgm:cxn modelId="{4BCE871D-3AB1-43A6-AA22-B09E85166FDB}" type="presParOf" srcId="{B49B24F4-6E12-4317-B3B7-84A5AFAA778C}" destId="{C16405E7-E125-4606-A428-50840ABF5CBB}" srcOrd="4" destOrd="0" presId="urn:microsoft.com/office/officeart/2005/8/layout/vList5"/>
    <dgm:cxn modelId="{8C530AB0-8320-4F0E-9670-807C06E72266}" type="presParOf" srcId="{C16405E7-E125-4606-A428-50840ABF5CBB}" destId="{B658612E-1C02-4B4D-9F76-6D023379A2EF}" srcOrd="0" destOrd="0" presId="urn:microsoft.com/office/officeart/2005/8/layout/vList5"/>
    <dgm:cxn modelId="{009CBC9D-3443-440B-9DDA-C934DFDDDA3C}" type="presParOf" srcId="{B49B24F4-6E12-4317-B3B7-84A5AFAA778C}" destId="{2DBF76BB-C2A2-43D3-88DA-131DEF4E6CA8}" srcOrd="5" destOrd="0" presId="urn:microsoft.com/office/officeart/2005/8/layout/vList5"/>
    <dgm:cxn modelId="{7983978C-B8D3-4F79-993F-2F7DE3694B21}" type="presParOf" srcId="{B49B24F4-6E12-4317-B3B7-84A5AFAA778C}" destId="{D8A0260B-08E3-4E36-B4FC-40B68FC6601A}" srcOrd="6" destOrd="0" presId="urn:microsoft.com/office/officeart/2005/8/layout/vList5"/>
    <dgm:cxn modelId="{0F5D2105-DA66-494C-893C-537DE476010D}" type="presParOf" srcId="{D8A0260B-08E3-4E36-B4FC-40B68FC6601A}" destId="{AAAB80CA-862D-45A1-A77C-3DAA16149F55}" srcOrd="0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78C542-8352-4E6C-911F-753CACEF2AE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72DB5F35-4BA0-4717-8955-ADF72E8A43CC}">
      <dgm:prSet/>
      <dgm:spPr/>
      <dgm:t>
        <a:bodyPr/>
        <a:lstStyle/>
        <a:p>
          <a:pPr>
            <a:defRPr b="1"/>
          </a:pPr>
          <a:r>
            <a:rPr lang="en-GB"/>
            <a:t>Lack of MFA</a:t>
          </a:r>
          <a:endParaRPr lang="en-US"/>
        </a:p>
      </dgm:t>
    </dgm:pt>
    <dgm:pt modelId="{43385E6C-1243-4BF6-8018-A0F5CBC9A0AD}" type="parTrans" cxnId="{2522C260-E08E-448D-8246-92AE7B1CF991}">
      <dgm:prSet/>
      <dgm:spPr/>
      <dgm:t>
        <a:bodyPr/>
        <a:lstStyle/>
        <a:p>
          <a:endParaRPr lang="en-US"/>
        </a:p>
      </dgm:t>
    </dgm:pt>
    <dgm:pt modelId="{B6BA5265-86BF-466A-B100-F112BAF6B48A}" type="sibTrans" cxnId="{2522C260-E08E-448D-8246-92AE7B1CF991}">
      <dgm:prSet/>
      <dgm:spPr/>
      <dgm:t>
        <a:bodyPr/>
        <a:lstStyle/>
        <a:p>
          <a:endParaRPr lang="en-US"/>
        </a:p>
      </dgm:t>
    </dgm:pt>
    <dgm:pt modelId="{2204904C-A093-457E-93AF-E428BAF7D749}">
      <dgm:prSet/>
      <dgm:spPr/>
      <dgm:t>
        <a:bodyPr/>
        <a:lstStyle/>
        <a:p>
          <a:r>
            <a:rPr lang="en-GB" dirty="0"/>
            <a:t>System does not verify who makes changes leading to unverified user having access when its public</a:t>
          </a:r>
          <a:endParaRPr lang="en-US" dirty="0"/>
        </a:p>
      </dgm:t>
    </dgm:pt>
    <dgm:pt modelId="{2580AA22-E30C-487E-BAC4-9AD741B2EF4F}" type="parTrans" cxnId="{795EB9E6-9312-4BEB-8915-C2F2FEB1A094}">
      <dgm:prSet/>
      <dgm:spPr/>
      <dgm:t>
        <a:bodyPr/>
        <a:lstStyle/>
        <a:p>
          <a:endParaRPr lang="en-US"/>
        </a:p>
      </dgm:t>
    </dgm:pt>
    <dgm:pt modelId="{3AECABD8-4B83-4D53-BF1C-35BE4815CA7C}" type="sibTrans" cxnId="{795EB9E6-9312-4BEB-8915-C2F2FEB1A094}">
      <dgm:prSet/>
      <dgm:spPr/>
      <dgm:t>
        <a:bodyPr/>
        <a:lstStyle/>
        <a:p>
          <a:endParaRPr lang="en-US"/>
        </a:p>
      </dgm:t>
    </dgm:pt>
    <dgm:pt modelId="{69AEC2C1-2BAC-43A8-B2A4-26A2A762AB12}">
      <dgm:prSet/>
      <dgm:spPr/>
      <dgm:t>
        <a:bodyPr/>
        <a:lstStyle/>
        <a:p>
          <a:pPr>
            <a:defRPr b="1"/>
          </a:pPr>
          <a:r>
            <a:rPr lang="en-GB"/>
            <a:t>User BSTOL OS</a:t>
          </a:r>
          <a:endParaRPr lang="en-US"/>
        </a:p>
      </dgm:t>
    </dgm:pt>
    <dgm:pt modelId="{C90E93E4-F0D9-4CED-8F9C-829DD482EBB9}" type="parTrans" cxnId="{F18B272B-7717-4AA6-87AC-A0B8BDCD3C49}">
      <dgm:prSet/>
      <dgm:spPr/>
      <dgm:t>
        <a:bodyPr/>
        <a:lstStyle/>
        <a:p>
          <a:endParaRPr lang="en-US"/>
        </a:p>
      </dgm:t>
    </dgm:pt>
    <dgm:pt modelId="{491DA7AB-0A30-4AC8-8E26-82B7F64ADEED}" type="sibTrans" cxnId="{F18B272B-7717-4AA6-87AC-A0B8BDCD3C49}">
      <dgm:prSet/>
      <dgm:spPr/>
      <dgm:t>
        <a:bodyPr/>
        <a:lstStyle/>
        <a:p>
          <a:endParaRPr lang="en-US"/>
        </a:p>
      </dgm:t>
    </dgm:pt>
    <dgm:pt modelId="{7A4EDA4A-D6FA-4F27-9363-3E9A6C92798B}">
      <dgm:prSet/>
      <dgm:spPr/>
      <dgm:t>
        <a:bodyPr/>
        <a:lstStyle/>
        <a:p>
          <a:r>
            <a:rPr lang="en-GB"/>
            <a:t>Possibly not providing correct log syntax leading to alerts not activating.</a:t>
          </a:r>
          <a:endParaRPr lang="en-US"/>
        </a:p>
      </dgm:t>
    </dgm:pt>
    <dgm:pt modelId="{8396D821-B63C-4302-B22C-D05FB7E9101C}" type="parTrans" cxnId="{8E838F22-00AC-4FBA-977D-9F7A6F6FD075}">
      <dgm:prSet/>
      <dgm:spPr/>
      <dgm:t>
        <a:bodyPr/>
        <a:lstStyle/>
        <a:p>
          <a:endParaRPr lang="en-US"/>
        </a:p>
      </dgm:t>
    </dgm:pt>
    <dgm:pt modelId="{59C4340B-8DB5-4A56-BB1C-8207D281D735}" type="sibTrans" cxnId="{8E838F22-00AC-4FBA-977D-9F7A6F6FD075}">
      <dgm:prSet/>
      <dgm:spPr/>
      <dgm:t>
        <a:bodyPr/>
        <a:lstStyle/>
        <a:p>
          <a:endParaRPr lang="en-US"/>
        </a:p>
      </dgm:t>
    </dgm:pt>
    <dgm:pt modelId="{78AF407D-6FA5-4BAB-87DF-7A11E0F0B3DD}" type="pres">
      <dgm:prSet presAssocID="{2578C542-8352-4E6C-911F-753CACEF2AE9}" presName="root" presStyleCnt="0">
        <dgm:presLayoutVars>
          <dgm:dir/>
          <dgm:resizeHandles val="exact"/>
        </dgm:presLayoutVars>
      </dgm:prSet>
      <dgm:spPr/>
    </dgm:pt>
    <dgm:pt modelId="{C9863929-5D03-4C99-B6F4-B22DC2B07795}" type="pres">
      <dgm:prSet presAssocID="{72DB5F35-4BA0-4717-8955-ADF72E8A43CC}" presName="compNode" presStyleCnt="0"/>
      <dgm:spPr/>
    </dgm:pt>
    <dgm:pt modelId="{41A62BD8-7C38-4014-8A16-7BB654462485}" type="pres">
      <dgm:prSet presAssocID="{72DB5F35-4BA0-4717-8955-ADF72E8A43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43D6544-21D9-4FD4-9BCD-7895D7E279D5}" type="pres">
      <dgm:prSet presAssocID="{72DB5F35-4BA0-4717-8955-ADF72E8A43CC}" presName="iconSpace" presStyleCnt="0"/>
      <dgm:spPr/>
    </dgm:pt>
    <dgm:pt modelId="{FE349E88-92F6-40A3-82E9-840979FEFB71}" type="pres">
      <dgm:prSet presAssocID="{72DB5F35-4BA0-4717-8955-ADF72E8A43CC}" presName="parTx" presStyleLbl="revTx" presStyleIdx="0" presStyleCnt="4">
        <dgm:presLayoutVars>
          <dgm:chMax val="0"/>
          <dgm:chPref val="0"/>
        </dgm:presLayoutVars>
      </dgm:prSet>
      <dgm:spPr/>
    </dgm:pt>
    <dgm:pt modelId="{6D4C5A77-A31D-4581-B4F3-94D8AA65B81D}" type="pres">
      <dgm:prSet presAssocID="{72DB5F35-4BA0-4717-8955-ADF72E8A43CC}" presName="txSpace" presStyleCnt="0"/>
      <dgm:spPr/>
    </dgm:pt>
    <dgm:pt modelId="{93716403-DB55-404C-A934-EABC31DBC4F5}" type="pres">
      <dgm:prSet presAssocID="{72DB5F35-4BA0-4717-8955-ADF72E8A43CC}" presName="desTx" presStyleLbl="revTx" presStyleIdx="1" presStyleCnt="4">
        <dgm:presLayoutVars/>
      </dgm:prSet>
      <dgm:spPr/>
    </dgm:pt>
    <dgm:pt modelId="{850215DB-686B-4546-B036-1A90BCBD30C2}" type="pres">
      <dgm:prSet presAssocID="{B6BA5265-86BF-466A-B100-F112BAF6B48A}" presName="sibTrans" presStyleCnt="0"/>
      <dgm:spPr/>
    </dgm:pt>
    <dgm:pt modelId="{54FA140B-4E23-4552-B51B-B061ED3E6EF8}" type="pres">
      <dgm:prSet presAssocID="{69AEC2C1-2BAC-43A8-B2A4-26A2A762AB12}" presName="compNode" presStyleCnt="0"/>
      <dgm:spPr/>
    </dgm:pt>
    <dgm:pt modelId="{E4F2972B-3EFF-4E69-AADA-E337B9DF0056}" type="pres">
      <dgm:prSet presAssocID="{69AEC2C1-2BAC-43A8-B2A4-26A2A762AB1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6CA035E-DB96-4FF4-ADE9-C858A2FE87A2}" type="pres">
      <dgm:prSet presAssocID="{69AEC2C1-2BAC-43A8-B2A4-26A2A762AB12}" presName="iconSpace" presStyleCnt="0"/>
      <dgm:spPr/>
    </dgm:pt>
    <dgm:pt modelId="{E6DB1A1F-D30D-4101-A01C-78964F68473B}" type="pres">
      <dgm:prSet presAssocID="{69AEC2C1-2BAC-43A8-B2A4-26A2A762AB12}" presName="parTx" presStyleLbl="revTx" presStyleIdx="2" presStyleCnt="4">
        <dgm:presLayoutVars>
          <dgm:chMax val="0"/>
          <dgm:chPref val="0"/>
        </dgm:presLayoutVars>
      </dgm:prSet>
      <dgm:spPr/>
    </dgm:pt>
    <dgm:pt modelId="{931CB76D-B996-4841-9E5E-078DBC1036D9}" type="pres">
      <dgm:prSet presAssocID="{69AEC2C1-2BAC-43A8-B2A4-26A2A762AB12}" presName="txSpace" presStyleCnt="0"/>
      <dgm:spPr/>
    </dgm:pt>
    <dgm:pt modelId="{4031D447-151D-4098-B911-FCE45AA0662E}" type="pres">
      <dgm:prSet presAssocID="{69AEC2C1-2BAC-43A8-B2A4-26A2A762AB12}" presName="desTx" presStyleLbl="revTx" presStyleIdx="3" presStyleCnt="4">
        <dgm:presLayoutVars/>
      </dgm:prSet>
      <dgm:spPr/>
    </dgm:pt>
  </dgm:ptLst>
  <dgm:cxnLst>
    <dgm:cxn modelId="{A66B2910-B3D3-4116-83A4-6DD09C20736A}" type="presOf" srcId="{2578C542-8352-4E6C-911F-753CACEF2AE9}" destId="{78AF407D-6FA5-4BAB-87DF-7A11E0F0B3DD}" srcOrd="0" destOrd="0" presId="urn:microsoft.com/office/officeart/2018/5/layout/CenteredIconLabelDescriptionList"/>
    <dgm:cxn modelId="{8E838F22-00AC-4FBA-977D-9F7A6F6FD075}" srcId="{69AEC2C1-2BAC-43A8-B2A4-26A2A762AB12}" destId="{7A4EDA4A-D6FA-4F27-9363-3E9A6C92798B}" srcOrd="0" destOrd="0" parTransId="{8396D821-B63C-4302-B22C-D05FB7E9101C}" sibTransId="{59C4340B-8DB5-4A56-BB1C-8207D281D735}"/>
    <dgm:cxn modelId="{F623AF26-8A9D-483B-9B41-6F86112953AC}" type="presOf" srcId="{7A4EDA4A-D6FA-4F27-9363-3E9A6C92798B}" destId="{4031D447-151D-4098-B911-FCE45AA0662E}" srcOrd="0" destOrd="0" presId="urn:microsoft.com/office/officeart/2018/5/layout/CenteredIconLabelDescriptionList"/>
    <dgm:cxn modelId="{F18B272B-7717-4AA6-87AC-A0B8BDCD3C49}" srcId="{2578C542-8352-4E6C-911F-753CACEF2AE9}" destId="{69AEC2C1-2BAC-43A8-B2A4-26A2A762AB12}" srcOrd="1" destOrd="0" parTransId="{C90E93E4-F0D9-4CED-8F9C-829DD482EBB9}" sibTransId="{491DA7AB-0A30-4AC8-8E26-82B7F64ADEED}"/>
    <dgm:cxn modelId="{2522C260-E08E-448D-8246-92AE7B1CF991}" srcId="{2578C542-8352-4E6C-911F-753CACEF2AE9}" destId="{72DB5F35-4BA0-4717-8955-ADF72E8A43CC}" srcOrd="0" destOrd="0" parTransId="{43385E6C-1243-4BF6-8018-A0F5CBC9A0AD}" sibTransId="{B6BA5265-86BF-466A-B100-F112BAF6B48A}"/>
    <dgm:cxn modelId="{F64CC879-EFF1-4E70-B0D0-3281507BA442}" type="presOf" srcId="{72DB5F35-4BA0-4717-8955-ADF72E8A43CC}" destId="{FE349E88-92F6-40A3-82E9-840979FEFB71}" srcOrd="0" destOrd="0" presId="urn:microsoft.com/office/officeart/2018/5/layout/CenteredIconLabelDescriptionList"/>
    <dgm:cxn modelId="{795FF0B7-F012-4F51-8245-EB11910A33B9}" type="presOf" srcId="{69AEC2C1-2BAC-43A8-B2A4-26A2A762AB12}" destId="{E6DB1A1F-D30D-4101-A01C-78964F68473B}" srcOrd="0" destOrd="0" presId="urn:microsoft.com/office/officeart/2018/5/layout/CenteredIconLabelDescriptionList"/>
    <dgm:cxn modelId="{EE8813DF-27E6-4599-83BF-677335370CBE}" type="presOf" srcId="{2204904C-A093-457E-93AF-E428BAF7D749}" destId="{93716403-DB55-404C-A934-EABC31DBC4F5}" srcOrd="0" destOrd="0" presId="urn:microsoft.com/office/officeart/2018/5/layout/CenteredIconLabelDescriptionList"/>
    <dgm:cxn modelId="{795EB9E6-9312-4BEB-8915-C2F2FEB1A094}" srcId="{72DB5F35-4BA0-4717-8955-ADF72E8A43CC}" destId="{2204904C-A093-457E-93AF-E428BAF7D749}" srcOrd="0" destOrd="0" parTransId="{2580AA22-E30C-487E-BAC4-9AD741B2EF4F}" sibTransId="{3AECABD8-4B83-4D53-BF1C-35BE4815CA7C}"/>
    <dgm:cxn modelId="{77AF75E1-3AED-42BC-B683-3BED377CF0BE}" type="presParOf" srcId="{78AF407D-6FA5-4BAB-87DF-7A11E0F0B3DD}" destId="{C9863929-5D03-4C99-B6F4-B22DC2B07795}" srcOrd="0" destOrd="0" presId="urn:microsoft.com/office/officeart/2018/5/layout/CenteredIconLabelDescriptionList"/>
    <dgm:cxn modelId="{8B63D282-E591-459C-A1F9-0AE1AAEFAA5D}" type="presParOf" srcId="{C9863929-5D03-4C99-B6F4-B22DC2B07795}" destId="{41A62BD8-7C38-4014-8A16-7BB654462485}" srcOrd="0" destOrd="0" presId="urn:microsoft.com/office/officeart/2018/5/layout/CenteredIconLabelDescriptionList"/>
    <dgm:cxn modelId="{CC49571F-E505-4FC7-BE6F-063C571D86B0}" type="presParOf" srcId="{C9863929-5D03-4C99-B6F4-B22DC2B07795}" destId="{D43D6544-21D9-4FD4-9BCD-7895D7E279D5}" srcOrd="1" destOrd="0" presId="urn:microsoft.com/office/officeart/2018/5/layout/CenteredIconLabelDescriptionList"/>
    <dgm:cxn modelId="{7B2C653C-3DA5-4F9F-86E5-03CA0A8F2900}" type="presParOf" srcId="{C9863929-5D03-4C99-B6F4-B22DC2B07795}" destId="{FE349E88-92F6-40A3-82E9-840979FEFB71}" srcOrd="2" destOrd="0" presId="urn:microsoft.com/office/officeart/2018/5/layout/CenteredIconLabelDescriptionList"/>
    <dgm:cxn modelId="{620658AB-A41E-4773-B337-173200324526}" type="presParOf" srcId="{C9863929-5D03-4C99-B6F4-B22DC2B07795}" destId="{6D4C5A77-A31D-4581-B4F3-94D8AA65B81D}" srcOrd="3" destOrd="0" presId="urn:microsoft.com/office/officeart/2018/5/layout/CenteredIconLabelDescriptionList"/>
    <dgm:cxn modelId="{3544E957-D8EE-47D1-A574-0CBDDE8DD5E6}" type="presParOf" srcId="{C9863929-5D03-4C99-B6F4-B22DC2B07795}" destId="{93716403-DB55-404C-A934-EABC31DBC4F5}" srcOrd="4" destOrd="0" presId="urn:microsoft.com/office/officeart/2018/5/layout/CenteredIconLabelDescriptionList"/>
    <dgm:cxn modelId="{FA56DEE7-6304-4A79-B1BE-1365D3A3F5BB}" type="presParOf" srcId="{78AF407D-6FA5-4BAB-87DF-7A11E0F0B3DD}" destId="{850215DB-686B-4546-B036-1A90BCBD30C2}" srcOrd="1" destOrd="0" presId="urn:microsoft.com/office/officeart/2018/5/layout/CenteredIconLabelDescriptionList"/>
    <dgm:cxn modelId="{1C2D2A1C-A304-42B2-A5B8-938FFA72D89D}" type="presParOf" srcId="{78AF407D-6FA5-4BAB-87DF-7A11E0F0B3DD}" destId="{54FA140B-4E23-4552-B51B-B061ED3E6EF8}" srcOrd="2" destOrd="0" presId="urn:microsoft.com/office/officeart/2018/5/layout/CenteredIconLabelDescriptionList"/>
    <dgm:cxn modelId="{A00185BC-9BE6-45E0-9B08-015ACA22FB81}" type="presParOf" srcId="{54FA140B-4E23-4552-B51B-B061ED3E6EF8}" destId="{E4F2972B-3EFF-4E69-AADA-E337B9DF0056}" srcOrd="0" destOrd="0" presId="urn:microsoft.com/office/officeart/2018/5/layout/CenteredIconLabelDescriptionList"/>
    <dgm:cxn modelId="{613A6350-C6AE-4B0E-9066-ADA4AEA6E2DE}" type="presParOf" srcId="{54FA140B-4E23-4552-B51B-B061ED3E6EF8}" destId="{96CA035E-DB96-4FF4-ADE9-C858A2FE87A2}" srcOrd="1" destOrd="0" presId="urn:microsoft.com/office/officeart/2018/5/layout/CenteredIconLabelDescriptionList"/>
    <dgm:cxn modelId="{693D5C8A-7CC9-4C2B-86D5-8694D0D8CB85}" type="presParOf" srcId="{54FA140B-4E23-4552-B51B-B061ED3E6EF8}" destId="{E6DB1A1F-D30D-4101-A01C-78964F68473B}" srcOrd="2" destOrd="0" presId="urn:microsoft.com/office/officeart/2018/5/layout/CenteredIconLabelDescriptionList"/>
    <dgm:cxn modelId="{768FCFFC-8E00-42D5-A505-C612E8A1082D}" type="presParOf" srcId="{54FA140B-4E23-4552-B51B-B061ED3E6EF8}" destId="{931CB76D-B996-4841-9E5E-078DBC1036D9}" srcOrd="3" destOrd="0" presId="urn:microsoft.com/office/officeart/2018/5/layout/CenteredIconLabelDescriptionList"/>
    <dgm:cxn modelId="{05868530-61E7-40B0-81C7-FD2D67B3AFF8}" type="presParOf" srcId="{54FA140B-4E23-4552-B51B-B061ED3E6EF8}" destId="{4031D447-151D-4098-B911-FCE45AA0662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A89576-CDB7-4DD6-A57A-824CF52D17B7}">
      <dsp:nvSpPr>
        <dsp:cNvPr id="0" name=""/>
        <dsp:cNvSpPr/>
      </dsp:nvSpPr>
      <dsp:spPr>
        <a:xfrm>
          <a:off x="53" y="134222"/>
          <a:ext cx="5106412" cy="1267200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 dirty="0"/>
            <a:t>User </a:t>
          </a:r>
          <a:endParaRPr lang="en-US" sz="4400" kern="1200" dirty="0"/>
        </a:p>
      </dsp:txBody>
      <dsp:txXfrm>
        <a:off x="53" y="134222"/>
        <a:ext cx="5106412" cy="1267200"/>
      </dsp:txXfrm>
    </dsp:sp>
    <dsp:sp modelId="{BAB1C4A0-65E3-4189-A6D7-B7C7364847DC}">
      <dsp:nvSpPr>
        <dsp:cNvPr id="0" name=""/>
        <dsp:cNvSpPr/>
      </dsp:nvSpPr>
      <dsp:spPr>
        <a:xfrm>
          <a:off x="0" y="1381254"/>
          <a:ext cx="5106412" cy="2657159"/>
        </a:xfrm>
        <a:prstGeom prst="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34696" tIns="234696" rIns="312928" bIns="352044" numCol="1" spcCol="1270" anchor="t" anchorCtr="0">
          <a:noAutofit/>
        </a:bodyPr>
        <a:lstStyle/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400" kern="1200" dirty="0"/>
            <a:t>BSTOL</a:t>
          </a:r>
          <a:endParaRPr lang="en-US" sz="4400" kern="1200" dirty="0"/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400" kern="1200" dirty="0"/>
            <a:t>BSTOLL-L</a:t>
          </a:r>
          <a:endParaRPr lang="en-US" sz="4400" kern="1200" dirty="0"/>
        </a:p>
        <a:p>
          <a:pPr marL="285750" lvl="1" indent="-285750" algn="l" defTabSz="1955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400" kern="1200" dirty="0"/>
            <a:t>BSTOLL-L.froth.ly</a:t>
          </a:r>
          <a:endParaRPr lang="en-US" sz="4400" kern="1200" dirty="0"/>
        </a:p>
      </dsp:txBody>
      <dsp:txXfrm>
        <a:off x="0" y="1381254"/>
        <a:ext cx="5106412" cy="2657159"/>
      </dsp:txXfrm>
    </dsp:sp>
    <dsp:sp modelId="{89353EFB-920A-4D63-ABFD-368706D6EDEC}">
      <dsp:nvSpPr>
        <dsp:cNvPr id="0" name=""/>
        <dsp:cNvSpPr/>
      </dsp:nvSpPr>
      <dsp:spPr>
        <a:xfrm>
          <a:off x="5821363" y="134222"/>
          <a:ext cx="5106412" cy="1267200"/>
        </a:xfrm>
        <a:prstGeom prst="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accent5">
              <a:hueOff val="-12152150"/>
              <a:satOff val="-826"/>
              <a:lumOff val="196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2928" tIns="178816" rIns="312928" bIns="178816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4400" kern="1200"/>
            <a:t>Vulnerability</a:t>
          </a:r>
          <a:endParaRPr lang="en-US" sz="4400" kern="1200"/>
        </a:p>
      </dsp:txBody>
      <dsp:txXfrm>
        <a:off x="5821363" y="134222"/>
        <a:ext cx="5106412" cy="1267200"/>
      </dsp:txXfrm>
    </dsp:sp>
    <dsp:sp modelId="{A851A1D9-E1FD-4AA4-BA91-BDAB6B33444B}">
      <dsp:nvSpPr>
        <dsp:cNvPr id="0" name=""/>
        <dsp:cNvSpPr/>
      </dsp:nvSpPr>
      <dsp:spPr>
        <a:xfrm>
          <a:off x="5821363" y="1401422"/>
          <a:ext cx="5106412" cy="2657159"/>
        </a:xfrm>
        <a:prstGeom prst="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3360" tIns="213360" rIns="284480" bIns="320040" numCol="1" spcCol="1270" anchor="t" anchorCtr="0">
          <a:noAutofit/>
        </a:bodyPr>
        <a:lstStyle/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Public S3 Bucket</a:t>
          </a:r>
          <a:endParaRPr lang="en-US" sz="4000" kern="1200" dirty="0"/>
        </a:p>
        <a:p>
          <a:pPr marL="285750" lvl="1" indent="-285750" algn="l" defTabSz="1778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4000" kern="1200" dirty="0"/>
            <a:t>Uploaded TXT File</a:t>
          </a:r>
          <a:endParaRPr lang="en-US" sz="4000" kern="1200" dirty="0"/>
        </a:p>
      </dsp:txBody>
      <dsp:txXfrm>
        <a:off x="5821363" y="1401422"/>
        <a:ext cx="5106412" cy="26571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B4B91DA-607F-473F-A72B-63AA17DE2E48}">
      <dsp:nvSpPr>
        <dsp:cNvPr id="0" name=""/>
        <dsp:cNvSpPr/>
      </dsp:nvSpPr>
      <dsp:spPr>
        <a:xfrm>
          <a:off x="3496905" y="2098"/>
          <a:ext cx="3934018" cy="100930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Lack of MFA</a:t>
          </a:r>
          <a:endParaRPr lang="en-US" sz="2800" kern="1200"/>
        </a:p>
      </dsp:txBody>
      <dsp:txXfrm>
        <a:off x="3546175" y="51368"/>
        <a:ext cx="3835478" cy="910763"/>
      </dsp:txXfrm>
    </dsp:sp>
    <dsp:sp modelId="{5D36BB78-FFDE-4ACA-A4A7-F6C825E3FCD9}">
      <dsp:nvSpPr>
        <dsp:cNvPr id="0" name=""/>
        <dsp:cNvSpPr/>
      </dsp:nvSpPr>
      <dsp:spPr>
        <a:xfrm>
          <a:off x="3496905" y="1061866"/>
          <a:ext cx="3934018" cy="100930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Lack of Alerts</a:t>
          </a:r>
          <a:endParaRPr lang="en-US" sz="2800" kern="1200"/>
        </a:p>
      </dsp:txBody>
      <dsp:txXfrm>
        <a:off x="3546175" y="1111136"/>
        <a:ext cx="3835478" cy="910763"/>
      </dsp:txXfrm>
    </dsp:sp>
    <dsp:sp modelId="{B658612E-1C02-4B4D-9F76-6D023379A2EF}">
      <dsp:nvSpPr>
        <dsp:cNvPr id="0" name=""/>
        <dsp:cNvSpPr/>
      </dsp:nvSpPr>
      <dsp:spPr>
        <a:xfrm>
          <a:off x="3496905" y="2121635"/>
          <a:ext cx="3934018" cy="100930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User BSTOL has excessive permission</a:t>
          </a:r>
          <a:endParaRPr lang="en-US" sz="2800" kern="1200"/>
        </a:p>
      </dsp:txBody>
      <dsp:txXfrm>
        <a:off x="3546175" y="2170905"/>
        <a:ext cx="3835478" cy="910763"/>
      </dsp:txXfrm>
    </dsp:sp>
    <dsp:sp modelId="{AAAB80CA-862D-45A1-A77C-3DAA16149F55}">
      <dsp:nvSpPr>
        <dsp:cNvPr id="0" name=""/>
        <dsp:cNvSpPr/>
      </dsp:nvSpPr>
      <dsp:spPr>
        <a:xfrm>
          <a:off x="3496905" y="3181403"/>
          <a:ext cx="3934018" cy="100930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/>
            <a:t>Accidental Misconfiguration</a:t>
          </a:r>
          <a:endParaRPr lang="en-US" sz="2800" kern="1200"/>
        </a:p>
      </dsp:txBody>
      <dsp:txXfrm>
        <a:off x="3546175" y="3230673"/>
        <a:ext cx="3835478" cy="91076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A62BD8-7C38-4014-8A16-7BB654462485}">
      <dsp:nvSpPr>
        <dsp:cNvPr id="0" name=""/>
        <dsp:cNvSpPr/>
      </dsp:nvSpPr>
      <dsp:spPr>
        <a:xfrm>
          <a:off x="2169914" y="557880"/>
          <a:ext cx="1512000" cy="1512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349E88-92F6-40A3-82E9-840979FEFB71}">
      <dsp:nvSpPr>
        <dsp:cNvPr id="0" name=""/>
        <dsp:cNvSpPr/>
      </dsp:nvSpPr>
      <dsp:spPr>
        <a:xfrm>
          <a:off x="765914" y="22021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Lack of MFA</a:t>
          </a:r>
          <a:endParaRPr lang="en-US" sz="3600" kern="1200"/>
        </a:p>
      </dsp:txBody>
      <dsp:txXfrm>
        <a:off x="765914" y="2202193"/>
        <a:ext cx="4320000" cy="648000"/>
      </dsp:txXfrm>
    </dsp:sp>
    <dsp:sp modelId="{93716403-DB55-404C-A934-EABC31DBC4F5}">
      <dsp:nvSpPr>
        <dsp:cNvPr id="0" name=""/>
        <dsp:cNvSpPr/>
      </dsp:nvSpPr>
      <dsp:spPr>
        <a:xfrm>
          <a:off x="765914" y="2911734"/>
          <a:ext cx="4320000" cy="723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System does not verify who makes changes leading to unverified user having access when its public</a:t>
          </a:r>
          <a:endParaRPr lang="en-US" sz="1700" kern="1200" dirty="0"/>
        </a:p>
      </dsp:txBody>
      <dsp:txXfrm>
        <a:off x="765914" y="2911734"/>
        <a:ext cx="4320000" cy="723190"/>
      </dsp:txXfrm>
    </dsp:sp>
    <dsp:sp modelId="{E4F2972B-3EFF-4E69-AADA-E337B9DF0056}">
      <dsp:nvSpPr>
        <dsp:cNvPr id="0" name=""/>
        <dsp:cNvSpPr/>
      </dsp:nvSpPr>
      <dsp:spPr>
        <a:xfrm>
          <a:off x="7245914" y="557880"/>
          <a:ext cx="1512000" cy="1512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DB1A1F-D30D-4101-A01C-78964F68473B}">
      <dsp:nvSpPr>
        <dsp:cNvPr id="0" name=""/>
        <dsp:cNvSpPr/>
      </dsp:nvSpPr>
      <dsp:spPr>
        <a:xfrm>
          <a:off x="5841914" y="2202193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600" kern="1200"/>
            <a:t>User BSTOL OS</a:t>
          </a:r>
          <a:endParaRPr lang="en-US" sz="3600" kern="1200"/>
        </a:p>
      </dsp:txBody>
      <dsp:txXfrm>
        <a:off x="5841914" y="2202193"/>
        <a:ext cx="4320000" cy="648000"/>
      </dsp:txXfrm>
    </dsp:sp>
    <dsp:sp modelId="{4031D447-151D-4098-B911-FCE45AA0662E}">
      <dsp:nvSpPr>
        <dsp:cNvPr id="0" name=""/>
        <dsp:cNvSpPr/>
      </dsp:nvSpPr>
      <dsp:spPr>
        <a:xfrm>
          <a:off x="5841914" y="2911734"/>
          <a:ext cx="4320000" cy="7231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Possibly not providing correct log syntax leading to alerts not activating.</a:t>
          </a:r>
          <a:endParaRPr lang="en-US" sz="1700" kern="1200"/>
        </a:p>
      </dsp:txBody>
      <dsp:txXfrm>
        <a:off x="5841914" y="2911734"/>
        <a:ext cx="4320000" cy="72319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6575B9-4B56-4A03-A389-99DBC768266D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1DC4EC-90FE-417B-85B6-8711F0BF27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8370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1DC4EC-90FE-417B-85B6-8711F0BF27D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115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23EFC-26A7-7563-9556-BE384F73A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048E2B-436A-5E24-09E4-95E1944FB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E59C5-6CB4-5546-AB3B-A60E348A1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56573D-9FAE-2926-D64A-89115B9DD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A0648-3C96-D1F6-018A-9954D32A8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67701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70D6B-1B35-147C-7F08-2D7344333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9B4B5C-72FE-3F56-E0F2-8068333F7B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851723-0C2F-4283-A81D-37FAE07469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AE131-0C71-06F2-DD69-AF1A3C5CE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302AA-CAFE-1E76-F55D-3093EB7F6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15264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BA7DA-50F9-2EEF-6BFA-7B9A5B21C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8E307-D61C-3F53-CCD8-09083C111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95F948-FA61-623F-F64B-C811D1BCAD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B4419-FCDC-0E5C-0AE1-F77CA8921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45FEB-D998-35A2-959A-7CCA267D4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6581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689963-2FAC-9EDC-3C7B-CF02D1930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06AD26-566D-5E21-19B6-FF911569DE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F07C4-1546-F6EC-BBAA-0F639273BD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A22E04-9F14-4522-2D7F-3D31864C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AE744D-0A02-BD0A-1797-CE1A76109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D8DF9E-26C4-FF5E-B113-26C9D814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3648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6CD3E8-ACB4-5433-7646-E1237A907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53451A-CE3A-7797-61C7-71C63D3F04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C2087-8930-829F-F85D-9858D0217C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561046-53A1-C357-BD3C-07B772CC3E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4AA39F4-49A9-85BD-84AB-3DDEEA9A71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A43520-0AA6-5332-99EE-49B9AF526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C3135DB-3C10-4622-807D-C4C12311F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51F4519-4633-45BD-0DA0-0AF9707D4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599820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410B4-87C6-8B66-AC67-B2763957D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2EDBCC-0082-0C7E-C9A7-C22377F15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3437F3-E642-09A4-3FD2-551422335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4DB173-2380-50A9-6CD5-8CEF9E874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7744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A43B6-2870-764C-E809-E6D5D420D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FE8C8C-75B8-C400-7BA8-DF09E3226B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8F4046-A42D-ADDE-9773-EDC8CB288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7971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6E1B6-5E87-E0F9-D7C0-329FB14178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1A51D4-DE4B-63DC-8753-B42021B9AC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FA462D-7A87-0948-61E9-F47341CCAF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9CF6D3-14B7-1C3C-23E1-73EF40DF8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1D3322-A7C3-7779-3A4E-78EC20327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5238BB-DD8E-9AA1-9D8D-0F1DDCF7C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27495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0EB1-C78C-21D0-659A-61C3BCD8D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E1D42E-BFED-D2C1-71DE-C5C38B17D8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D8CC4-B6C9-CCE1-A7F8-02D7B2B009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B1091-A84B-6FD9-C597-FB4BA4C6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8616A3-DA07-679E-5208-9323B59F9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535E13-BAE1-D6DF-033F-EC57FB98D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05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84BD1-DDCB-5B88-18D8-B3EF31B17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127F6-3AC2-44E7-129C-13F9ACDFC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C0E2A-E545-4562-EEF8-2F79701E0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86043-87A7-EB19-30C8-547EF7D4A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1AE86-D3E1-024C-495F-3A77A45A5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692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A6048C4-C644-EEFB-EF95-A89B751D84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E305E9-8F89-20C1-CDA1-2F41CF50E3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F93925-6F92-4CB3-2E34-F91856858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9C71A-9230-80BF-44FD-38FC5C291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C7641E-BA9A-0360-AA0C-3D65696EA0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8824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0210D60-83D6-E768-B4CB-DA2F2FB684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F2937-079F-0513-FD86-A32A98541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751F0E-815F-96B8-421B-48789D0791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3EDE15-494F-4E38-AAED-4920EE629628}" type="datetimeFigureOut">
              <a:rPr lang="en-GB" smtClean="0"/>
              <a:t>07/01/2026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7A3520-AD5E-A282-A6E6-91C0956D3F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2D327-2D63-A2D8-DD93-F4CA9A724D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82250-36F7-407E-A5A2-D1D96859B02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43667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E7860B-D52D-72AD-4BC2-23F12D00CC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en-GB" sz="4800" dirty="0" err="1">
                <a:solidFill>
                  <a:srgbClr val="FFFFFF"/>
                </a:solidFill>
              </a:rPr>
              <a:t>Frothly</a:t>
            </a:r>
            <a:r>
              <a:rPr lang="en-GB" sz="4800" dirty="0">
                <a:solidFill>
                  <a:srgbClr val="FFFFFF"/>
                </a:solidFill>
              </a:rPr>
              <a:t> Incident 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9F5B82-C9A7-5DE5-08A9-32080A4DAD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lang="en-GB" dirty="0"/>
              <a:t>By Nikodem</a:t>
            </a:r>
          </a:p>
        </p:txBody>
      </p:sp>
    </p:spTree>
    <p:extLst>
      <p:ext uri="{BB962C8B-B14F-4D97-AF65-F5344CB8AC3E}">
        <p14:creationId xmlns:p14="http://schemas.microsoft.com/office/powerpoint/2010/main" val="86822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E95695-6DCE-16C6-591E-AC1C7B7D6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Uncovered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0D2332F8-5B5A-FFE1-90F3-ED3B436ED6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7712186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349286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742DD7-335E-A98F-4116-A61CDEFE0A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Possible Reason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5AB29D2-8699-1DBF-F2F8-19EE16FC47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8178788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17046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B50101-56DA-008C-BB0A-D23CD8F6A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GB" sz="4000">
                <a:solidFill>
                  <a:srgbClr val="FFFFFF"/>
                </a:solidFill>
              </a:rPr>
              <a:t>Explanation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0E558BB-995D-6196-4F9D-97B85848D0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800275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0125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025FD6-E105-4B9E-34DC-AA39AA5EE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824" y="735106"/>
            <a:ext cx="10053763" cy="292847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 FOR WATHCING</a:t>
            </a:r>
          </a:p>
        </p:txBody>
      </p:sp>
    </p:spTree>
    <p:extLst>
      <p:ext uri="{BB962C8B-B14F-4D97-AF65-F5344CB8AC3E}">
        <p14:creationId xmlns:p14="http://schemas.microsoft.com/office/powerpoint/2010/main" val="3889216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76</Words>
  <Application>Microsoft Office PowerPoint</Application>
  <PresentationFormat>Widescreen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Frothly Incident Conclusion</vt:lpstr>
      <vt:lpstr>Uncovered</vt:lpstr>
      <vt:lpstr>Possible Reason</vt:lpstr>
      <vt:lpstr>Explanation</vt:lpstr>
      <vt:lpstr>THANK YOU FOR WATHCING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(s) Nikodem Drabik</dc:creator>
  <cp:lastModifiedBy>(s) Nikodem Drabik</cp:lastModifiedBy>
  <cp:revision>3</cp:revision>
  <dcterms:created xsi:type="dcterms:W3CDTF">2026-01-07T21:52:17Z</dcterms:created>
  <dcterms:modified xsi:type="dcterms:W3CDTF">2026-01-07T22:41:24Z</dcterms:modified>
</cp:coreProperties>
</file>